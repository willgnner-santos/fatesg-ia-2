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64" r:id="rId2"/>
    <p:sldId id="256" r:id="rId3"/>
    <p:sldId id="257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758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03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860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623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436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218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075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735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710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132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76304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85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7531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446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4365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527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-318"/>
            <a:ext cx="1952272" cy="6853571"/>
            <a:chOff x="6627813" y="195220"/>
            <a:chExt cx="1952625" cy="5678531"/>
          </a:xfrm>
          <a:solidFill>
            <a:schemeClr val="accent1"/>
          </a:solidFill>
        </p:grpSpPr>
        <p:sp>
          <p:nvSpPr>
            <p:cNvPr id="50" name="Freeform 27"/>
            <p:cNvSpPr/>
            <p:nvPr/>
          </p:nvSpPr>
          <p:spPr bwMode="auto">
            <a:xfrm>
              <a:off x="6627813" y="19522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639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62D728-9870-46CF-9D0F-049D0F859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MENCACHED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480E9DD-0A42-2E4F-E0E8-B859CD0264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5845" y="1478507"/>
            <a:ext cx="5642953" cy="5104020"/>
          </a:xfrm>
        </p:spPr>
      </p:pic>
    </p:spTree>
    <p:extLst>
      <p:ext uri="{BB962C8B-B14F-4D97-AF65-F5344CB8AC3E}">
        <p14:creationId xmlns:p14="http://schemas.microsoft.com/office/powerpoint/2010/main" val="2109349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Introdução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Memcached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872748" cy="4525963"/>
          </a:xfrm>
        </p:spPr>
        <p:txBody>
          <a:bodyPr wrap="square"/>
          <a:lstStyle/>
          <a:p>
            <a:endParaRPr dirty="0"/>
          </a:p>
          <a:p>
            <a:pPr>
              <a:defRPr sz="1800"/>
            </a:pP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Definição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: Sistema de cache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distribuído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memória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RAM.</a:t>
            </a:r>
            <a:b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Objetivo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Acelerar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acesso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a dados,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reduzir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carga de banco,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aumentar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escalabilidade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Principais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aplicações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: cache SQL,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sessões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páginas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rápidas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800"/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9291" y="187960"/>
            <a:ext cx="6589199" cy="1280890"/>
          </a:xfrm>
        </p:spPr>
        <p:txBody>
          <a:bodyPr/>
          <a:lstStyle/>
          <a:p>
            <a:r>
              <a:rPr dirty="0" err="1"/>
              <a:t>Bibliotecas</a:t>
            </a:r>
            <a:r>
              <a:rPr dirty="0"/>
              <a:t> Python </a:t>
            </a:r>
            <a:r>
              <a:rPr dirty="0" err="1"/>
              <a:t>Disponíveis</a:t>
            </a:r>
            <a:endParaRPr dirty="0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076F3BB5-C4B5-970E-14EC-C58C5BBEA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60901"/>
              </p:ext>
            </p:extLst>
          </p:nvPr>
        </p:nvGraphicFramePr>
        <p:xfrm>
          <a:off x="0" y="1397000"/>
          <a:ext cx="9144000" cy="546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7855">
                  <a:extLst>
                    <a:ext uri="{9D8B030D-6E8A-4147-A177-3AD203B41FA5}">
                      <a16:colId xmlns:a16="http://schemas.microsoft.com/office/drawing/2014/main" val="121317194"/>
                    </a:ext>
                  </a:extLst>
                </a:gridCol>
                <a:gridCol w="3088910">
                  <a:extLst>
                    <a:ext uri="{9D8B030D-6E8A-4147-A177-3AD203B41FA5}">
                      <a16:colId xmlns:a16="http://schemas.microsoft.com/office/drawing/2014/main" val="3241393728"/>
                    </a:ext>
                  </a:extLst>
                </a:gridCol>
                <a:gridCol w="1612260">
                  <a:extLst>
                    <a:ext uri="{9D8B030D-6E8A-4147-A177-3AD203B41FA5}">
                      <a16:colId xmlns:a16="http://schemas.microsoft.com/office/drawing/2014/main" val="3995898494"/>
                    </a:ext>
                  </a:extLst>
                </a:gridCol>
                <a:gridCol w="2214975">
                  <a:extLst>
                    <a:ext uri="{9D8B030D-6E8A-4147-A177-3AD203B41FA5}">
                      <a16:colId xmlns:a16="http://schemas.microsoft.com/office/drawing/2014/main" val="3504270830"/>
                    </a:ext>
                  </a:extLst>
                </a:gridCol>
              </a:tblGrid>
              <a:tr h="499699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pt-BR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Biblioteca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pt-BR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Características Principais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pt-BR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pt-BR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Compatibilidade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221812890"/>
                  </a:ext>
                </a:extLst>
              </a:tr>
              <a:tr h="1891719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python-memcached</a:t>
                      </a:r>
                      <a:endParaRPr lang="pt-BR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 Python, fácil de usar, boa flexibilidade para serialização/desserialização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Menor performance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Compatível com </a:t>
                      </a:r>
                      <a:r>
                        <a:rPr lang="pt-BR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gevent</a:t>
                      </a:r>
                      <a:endParaRPr lang="pt-BR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629154837"/>
                  </a:ext>
                </a:extLst>
              </a:tr>
              <a:tr h="1177863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pymemcache</a:t>
                      </a:r>
                      <a:endParaRPr lang="pt-BR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Rápido, suporta set_multi e noreply, orientado a alta performance, puro Python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Alta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Amplamente compatível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691116965"/>
                  </a:ext>
                </a:extLst>
              </a:tr>
              <a:tr h="1891719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pylibmc</a:t>
                      </a:r>
                      <a:endParaRPr lang="pt-BR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Wrapper de libmemcached (C), muito rápido, suporta hashing consistente e protocolo completo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Muito alta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Depende do </a:t>
                      </a:r>
                      <a:r>
                        <a:rPr lang="pt-BR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libmemcached</a:t>
                      </a:r>
                      <a:r>
                        <a:rPr lang="pt-BR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não é puro Python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9829153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Vantagens Técnicas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9526" y="1905000"/>
            <a:ext cx="6014230" cy="4618630"/>
          </a:xfrm>
        </p:spPr>
        <p:txBody>
          <a:bodyPr wrap="square"/>
          <a:lstStyle/>
          <a:p>
            <a:endParaRPr dirty="0"/>
          </a:p>
          <a:p>
            <a:pPr>
              <a:defRPr sz="18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Alta performance para dados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voláteis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Escalável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horizontalmente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Simples de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implementar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Python.</a:t>
            </a:r>
            <a:b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Suporta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múltiplas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conexões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processos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F1027CD-AC79-34EC-A2FA-854817BB8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056" y="3780776"/>
            <a:ext cx="2857944" cy="30772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Desvantagens e Limitações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6822" y="2133600"/>
            <a:ext cx="6123412" cy="4376382"/>
          </a:xfrm>
        </p:spPr>
        <p:txBody>
          <a:bodyPr wrap="square"/>
          <a:lstStyle/>
          <a:p>
            <a:endParaRPr dirty="0"/>
          </a:p>
          <a:p>
            <a:pPr>
              <a:defRPr sz="18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Dados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voláteis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não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persistem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após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reinício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Não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possui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autenticação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nativa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Limitações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estruturas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complexas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necessário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serialização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b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Dependência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memória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RAM.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61FECA-966F-679F-D267-D3EC25DD9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873" y="3656107"/>
            <a:ext cx="2846127" cy="32018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Casos de Uso Reais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defRPr sz="18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Cache de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consultas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SQL de alto volume.</a:t>
            </a:r>
            <a:b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Sessões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usuários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aplicações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web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escaláveis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APIs e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microserviços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distribuídos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toleram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perda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de dados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temporários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Comparativo</a:t>
            </a:r>
            <a:r>
              <a:rPr dirty="0"/>
              <a:t> de Performance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49345351-C828-E5AF-166E-C12DAF5795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088576"/>
              </p:ext>
            </p:extLst>
          </p:nvPr>
        </p:nvGraphicFramePr>
        <p:xfrm>
          <a:off x="0" y="1905000"/>
          <a:ext cx="9144000" cy="49250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2322">
                  <a:extLst>
                    <a:ext uri="{9D8B030D-6E8A-4147-A177-3AD203B41FA5}">
                      <a16:colId xmlns:a16="http://schemas.microsoft.com/office/drawing/2014/main" val="2632709702"/>
                    </a:ext>
                  </a:extLst>
                </a:gridCol>
                <a:gridCol w="2388359">
                  <a:extLst>
                    <a:ext uri="{9D8B030D-6E8A-4147-A177-3AD203B41FA5}">
                      <a16:colId xmlns:a16="http://schemas.microsoft.com/office/drawing/2014/main" val="262681681"/>
                    </a:ext>
                  </a:extLst>
                </a:gridCol>
                <a:gridCol w="2777319">
                  <a:extLst>
                    <a:ext uri="{9D8B030D-6E8A-4147-A177-3AD203B41FA5}">
                      <a16:colId xmlns:a16="http://schemas.microsoft.com/office/drawing/2014/main" val="202874421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48636801"/>
                    </a:ext>
                  </a:extLst>
                </a:gridCol>
              </a:tblGrid>
              <a:tr h="61530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t-BR" dirty="0">
                          <a:effectLst/>
                        </a:rPr>
                        <a:t>Característica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t-BR">
                          <a:effectLst/>
                        </a:rPr>
                        <a:t>pylibmc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t-BR">
                          <a:effectLst/>
                        </a:rPr>
                        <a:t>pymemcache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t-BR">
                          <a:effectLst/>
                        </a:rPr>
                        <a:t>python-memcached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4069586419"/>
                  </a:ext>
                </a:extLst>
              </a:tr>
              <a:tr h="38889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>
                          <a:effectLst/>
                        </a:rPr>
                        <a:t>Linguagem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>
                          <a:effectLst/>
                        </a:rPr>
                        <a:t>C (via wrapper)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>
                          <a:effectLst/>
                        </a:rPr>
                        <a:t>Python Puro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>
                          <a:effectLst/>
                        </a:rPr>
                        <a:t>Python Puro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646780501"/>
                  </a:ext>
                </a:extLst>
              </a:tr>
              <a:tr h="38889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>
                          <a:effectLst/>
                        </a:rPr>
                        <a:t>Desempenho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>
                          <a:effectLst/>
                        </a:rPr>
                        <a:t>Mais Rápido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>
                          <a:effectLst/>
                        </a:rPr>
                        <a:t>Muito Rápido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>
                          <a:effectLst/>
                        </a:rPr>
                        <a:t>Mais Lento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186445915"/>
                  </a:ext>
                </a:extLst>
              </a:tr>
              <a:tr h="147831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>
                          <a:effectLst/>
                        </a:rPr>
                        <a:t>Motivo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>
                          <a:effectLst/>
                        </a:rPr>
                        <a:t>Execução de código nativo C, com acesso direto a memória e recursos otimizados.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>
                          <a:effectLst/>
                        </a:rPr>
                        <a:t>Código moderno e otimizado para alto desempenho.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>
                          <a:effectLst/>
                        </a:rPr>
                        <a:t>Código mais antigo e menos otimizado.</a:t>
                      </a:r>
                    </a:p>
                  </a:txBody>
                  <a:tcPr marL="0" marR="0" marT="19050" marB="19050" anchor="ctr"/>
                </a:tc>
                <a:extLst>
                  <a:ext uri="{0D108BD9-81ED-4DB2-BD59-A6C34878D82A}">
                    <a16:rowId xmlns:a16="http://schemas.microsoft.com/office/drawing/2014/main" val="1741099018"/>
                  </a:ext>
                </a:extLst>
              </a:tr>
              <a:tr h="205366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>
                          <a:effectLst/>
                        </a:rPr>
                        <a:t>Uso Ideal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>
                          <a:effectLst/>
                        </a:rPr>
                        <a:t>Aplicações de alta performance e grande volume de requisições.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>
                          <a:effectLst/>
                        </a:rPr>
                        <a:t>Ambientes de produção que precisam de performance, mas preferem uma solução 100% Python.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dirty="0">
                          <a:effectLst/>
                        </a:rPr>
                        <a:t>Protótipos, scripts simples e aplicações de baixo volume.</a:t>
                      </a:r>
                    </a:p>
                  </a:txBody>
                  <a:tcPr marL="0" marR="0" marT="19050" marB="19050" anchor="ctr"/>
                </a:tc>
                <a:extLst>
                  <a:ext uri="{0D108BD9-81ED-4DB2-BD59-A6C34878D82A}">
                    <a16:rowId xmlns:a16="http://schemas.microsoft.com/office/drawing/2014/main" val="31984927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 e Recomendações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 wrap="square"/>
          <a:lstStyle/>
          <a:p>
            <a:endParaRPr dirty="0"/>
          </a:p>
          <a:p>
            <a:pPr>
              <a:defRPr sz="1800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Memcached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acelera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aplicações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web e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distribui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carga.</a:t>
            </a:r>
            <a:b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Escolher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biblioteca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conforme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foco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simplicidade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x performance).</a:t>
            </a:r>
            <a:b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Ideal para dados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transitórios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sistemas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priorizam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rapidez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máxima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performance,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prefira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pylibmc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ou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pymemcache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produção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7938F5-D6D0-0C18-8B4A-E1E711823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Código de Integração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E6461B-5888-3C8A-B29F-EA957493D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069" y="2133599"/>
            <a:ext cx="8343331" cy="4581099"/>
          </a:xfrm>
        </p:spPr>
        <p:txBody>
          <a:bodyPr>
            <a:normAutofit/>
          </a:bodyPr>
          <a:lstStyle/>
          <a:p>
            <a:endParaRPr lang="pt-BR" dirty="0"/>
          </a:p>
          <a:p>
            <a:r>
              <a:rPr lang="pt-BR" dirty="0" err="1"/>
              <a:t>python-memcached</a:t>
            </a:r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Python</a:t>
            </a:r>
          </a:p>
          <a:p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memcache</a:t>
            </a:r>
            <a:endParaRPr lang="pt-BR" dirty="0"/>
          </a:p>
          <a:p>
            <a:r>
              <a:rPr lang="pt-BR" dirty="0" err="1"/>
              <a:t>client</a:t>
            </a:r>
            <a:r>
              <a:rPr lang="pt-BR" dirty="0"/>
              <a:t> = </a:t>
            </a:r>
            <a:r>
              <a:rPr lang="pt-BR" dirty="0" err="1"/>
              <a:t>memcache.Client</a:t>
            </a:r>
            <a:r>
              <a:rPr lang="pt-BR" dirty="0"/>
              <a:t>(['127.0.0.1:11211'])</a:t>
            </a:r>
          </a:p>
          <a:p>
            <a:r>
              <a:rPr lang="pt-BR" dirty="0" err="1"/>
              <a:t>client.set</a:t>
            </a:r>
            <a:r>
              <a:rPr lang="pt-BR" dirty="0"/>
              <a:t>('</a:t>
            </a:r>
            <a:r>
              <a:rPr lang="pt-BR" dirty="0" err="1"/>
              <a:t>key</a:t>
            </a:r>
            <a:r>
              <a:rPr lang="pt-BR" dirty="0"/>
              <a:t>', '</a:t>
            </a:r>
            <a:r>
              <a:rPr lang="pt-BR" dirty="0" err="1"/>
              <a:t>value</a:t>
            </a:r>
            <a:r>
              <a:rPr lang="pt-BR" dirty="0"/>
              <a:t>')</a:t>
            </a:r>
          </a:p>
          <a:p>
            <a:r>
              <a:rPr lang="pt-BR" dirty="0"/>
              <a:t>valor = </a:t>
            </a:r>
            <a:r>
              <a:rPr lang="pt-BR" dirty="0" err="1"/>
              <a:t>client.get</a:t>
            </a:r>
            <a:r>
              <a:rPr lang="pt-BR" dirty="0"/>
              <a:t>('</a:t>
            </a:r>
            <a:r>
              <a:rPr lang="pt-BR" dirty="0" err="1"/>
              <a:t>key</a:t>
            </a:r>
            <a:r>
              <a:rPr lang="pt-BR" dirty="0"/>
              <a:t>')</a:t>
            </a:r>
          </a:p>
        </p:txBody>
      </p:sp>
    </p:spTree>
    <p:extLst>
      <p:ext uri="{BB962C8B-B14F-4D97-AF65-F5344CB8AC3E}">
        <p14:creationId xmlns:p14="http://schemas.microsoft.com/office/powerpoint/2010/main" val="3220963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B63303-09A6-0C61-FC60-2CFF66218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6007" y="1301087"/>
            <a:ext cx="6591985" cy="3777622"/>
          </a:xfrm>
        </p:spPr>
        <p:txBody>
          <a:bodyPr/>
          <a:lstStyle/>
          <a:p>
            <a:r>
              <a:rPr lang="pt-BR" dirty="0" err="1"/>
              <a:t>Pymemcache</a:t>
            </a:r>
            <a:endParaRPr lang="pt-BR" dirty="0"/>
          </a:p>
          <a:p>
            <a:endParaRPr lang="pt-BR" dirty="0"/>
          </a:p>
          <a:p>
            <a:r>
              <a:rPr lang="pt-BR" dirty="0"/>
              <a:t>Python</a:t>
            </a:r>
          </a:p>
          <a:p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dirty="0" err="1"/>
              <a:t>pymemcache.client</a:t>
            </a:r>
            <a:r>
              <a:rPr lang="pt-BR" dirty="0"/>
              <a:t> </a:t>
            </a:r>
            <a:r>
              <a:rPr lang="pt-BR" dirty="0" err="1"/>
              <a:t>import</a:t>
            </a:r>
            <a:r>
              <a:rPr lang="pt-BR" dirty="0"/>
              <a:t> base </a:t>
            </a:r>
          </a:p>
          <a:p>
            <a:r>
              <a:rPr lang="pt-BR" dirty="0" err="1"/>
              <a:t>client</a:t>
            </a:r>
            <a:r>
              <a:rPr lang="pt-BR" dirty="0"/>
              <a:t> = </a:t>
            </a:r>
            <a:r>
              <a:rPr lang="pt-BR" dirty="0" err="1"/>
              <a:t>base.Client</a:t>
            </a:r>
            <a:r>
              <a:rPr lang="pt-BR" dirty="0"/>
              <a:t>(('</a:t>
            </a:r>
            <a:r>
              <a:rPr lang="pt-BR" dirty="0" err="1"/>
              <a:t>localhost</a:t>
            </a:r>
            <a:r>
              <a:rPr lang="pt-BR" dirty="0"/>
              <a:t>', 11211)) </a:t>
            </a:r>
          </a:p>
          <a:p>
            <a:r>
              <a:rPr lang="pt-BR" dirty="0" err="1"/>
              <a:t>client.set</a:t>
            </a:r>
            <a:r>
              <a:rPr lang="pt-BR" dirty="0"/>
              <a:t>('</a:t>
            </a:r>
            <a:r>
              <a:rPr lang="pt-BR" dirty="0" err="1"/>
              <a:t>key</a:t>
            </a:r>
            <a:r>
              <a:rPr lang="pt-BR" dirty="0"/>
              <a:t>', '</a:t>
            </a:r>
            <a:r>
              <a:rPr lang="pt-BR" dirty="0" err="1"/>
              <a:t>value</a:t>
            </a:r>
            <a:r>
              <a:rPr lang="pt-BR" dirty="0"/>
              <a:t>’) </a:t>
            </a:r>
          </a:p>
          <a:p>
            <a:r>
              <a:rPr lang="pt-BR" dirty="0"/>
              <a:t>valor = </a:t>
            </a:r>
            <a:r>
              <a:rPr lang="pt-BR" dirty="0" err="1"/>
              <a:t>client.get</a:t>
            </a:r>
            <a:r>
              <a:rPr lang="pt-BR" dirty="0"/>
              <a:t>('</a:t>
            </a:r>
            <a:r>
              <a:rPr lang="pt-BR" dirty="0" err="1"/>
              <a:t>key</a:t>
            </a:r>
            <a:r>
              <a:rPr lang="pt-BR" dirty="0"/>
              <a:t>')</a:t>
            </a:r>
          </a:p>
        </p:txBody>
      </p:sp>
    </p:spTree>
    <p:extLst>
      <p:ext uri="{BB962C8B-B14F-4D97-AF65-F5344CB8AC3E}">
        <p14:creationId xmlns:p14="http://schemas.microsoft.com/office/powerpoint/2010/main" val="3579993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A38EBD-991B-5EC2-5BAC-8EA70867E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6007" y="1219200"/>
            <a:ext cx="6591985" cy="3777622"/>
          </a:xfrm>
        </p:spPr>
        <p:txBody>
          <a:bodyPr/>
          <a:lstStyle/>
          <a:p>
            <a:r>
              <a:rPr lang="pt-BR" dirty="0" err="1"/>
              <a:t>Pylibmc</a:t>
            </a:r>
            <a:endParaRPr lang="pt-BR" dirty="0"/>
          </a:p>
          <a:p>
            <a:endParaRPr lang="pt-BR" dirty="0"/>
          </a:p>
          <a:p>
            <a:r>
              <a:rPr lang="pt-BR" dirty="0"/>
              <a:t>Python</a:t>
            </a:r>
          </a:p>
          <a:p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pylibmc</a:t>
            </a:r>
            <a:endParaRPr lang="pt-BR" dirty="0"/>
          </a:p>
          <a:p>
            <a:r>
              <a:rPr lang="pt-BR" dirty="0" err="1"/>
              <a:t>client</a:t>
            </a:r>
            <a:r>
              <a:rPr lang="pt-BR" dirty="0"/>
              <a:t> = </a:t>
            </a:r>
            <a:r>
              <a:rPr lang="pt-BR" dirty="0" err="1"/>
              <a:t>pylibmc.Client</a:t>
            </a:r>
            <a:r>
              <a:rPr lang="pt-BR" dirty="0"/>
              <a:t>(['127.0.0.1'])</a:t>
            </a:r>
          </a:p>
          <a:p>
            <a:r>
              <a:rPr lang="pt-BR" dirty="0" err="1"/>
              <a:t>client.set</a:t>
            </a:r>
            <a:r>
              <a:rPr lang="pt-BR" dirty="0"/>
              <a:t>('</a:t>
            </a:r>
            <a:r>
              <a:rPr lang="pt-BR" dirty="0" err="1"/>
              <a:t>key</a:t>
            </a:r>
            <a:r>
              <a:rPr lang="pt-BR" dirty="0"/>
              <a:t>', '</a:t>
            </a:r>
            <a:r>
              <a:rPr lang="pt-BR" dirty="0" err="1"/>
              <a:t>value</a:t>
            </a:r>
            <a:r>
              <a:rPr lang="pt-BR" dirty="0"/>
              <a:t>')</a:t>
            </a:r>
          </a:p>
          <a:p>
            <a:r>
              <a:rPr lang="pt-BR" dirty="0"/>
              <a:t>valor = </a:t>
            </a:r>
            <a:r>
              <a:rPr lang="pt-BR" dirty="0" err="1"/>
              <a:t>client.get</a:t>
            </a:r>
            <a:r>
              <a:rPr lang="pt-BR" dirty="0"/>
              <a:t>('</a:t>
            </a:r>
            <a:r>
              <a:rPr lang="pt-BR" dirty="0" err="1"/>
              <a:t>key</a:t>
            </a:r>
            <a:r>
              <a:rPr lang="pt-BR" dirty="0"/>
              <a:t>')</a:t>
            </a:r>
          </a:p>
        </p:txBody>
      </p:sp>
    </p:spTree>
    <p:extLst>
      <p:ext uri="{BB962C8B-B14F-4D97-AF65-F5344CB8AC3E}">
        <p14:creationId xmlns:p14="http://schemas.microsoft.com/office/powerpoint/2010/main" val="2082125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7ADB36-1EE3-6F30-6A3B-9D1AC101D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GRUPO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0A75D9-6DCB-DC57-D3C4-F985BD344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Leticia</a:t>
            </a:r>
          </a:p>
          <a:p>
            <a:r>
              <a:rPr lang="pt-BR" dirty="0"/>
              <a:t>Luciano</a:t>
            </a:r>
          </a:p>
          <a:p>
            <a:r>
              <a:rPr lang="pt-BR" dirty="0"/>
              <a:t>Santiago</a:t>
            </a:r>
          </a:p>
          <a:p>
            <a:r>
              <a:rPr lang="pt-BR" dirty="0"/>
              <a:t>Valdez</a:t>
            </a:r>
          </a:p>
          <a:p>
            <a:r>
              <a:rPr lang="pt-BR" dirty="0" err="1"/>
              <a:t>Wassil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46320584"/>
      </p:ext>
    </p:extLst>
  </p:cSld>
  <p:clrMapOvr>
    <a:masterClrMapping/>
  </p:clrMapOvr>
</p:sld>
</file>

<file path=ppt/theme/theme1.xml><?xml version="1.0" encoding="utf-8"?>
<a:theme xmlns:a="http://schemas.openxmlformats.org/drawingml/2006/main" name="Cacho">
  <a:themeElements>
    <a:clrScheme name="Cacho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Cach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ch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129</TotalTime>
  <Words>459</Words>
  <Application>Microsoft Office PowerPoint</Application>
  <PresentationFormat>Apresentação na tela (4:3)</PresentationFormat>
  <Paragraphs>84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Cacho</vt:lpstr>
      <vt:lpstr>MENCACHED</vt:lpstr>
      <vt:lpstr>Introdução ao Memcached</vt:lpstr>
      <vt:lpstr>Bibliotecas Python Disponíveis</vt:lpstr>
      <vt:lpstr>Vantagens Técnicas</vt:lpstr>
      <vt:lpstr>Desvantagens e Limitações</vt:lpstr>
      <vt:lpstr>Casos de Uso Reais</vt:lpstr>
      <vt:lpstr>Comparativo de Performance</vt:lpstr>
      <vt:lpstr>Conclusão e Recomendações</vt:lpstr>
      <vt:lpstr>Exemplos de Código de Integração</vt:lpstr>
      <vt:lpstr>Apresentação do PowerPoint</vt:lpstr>
      <vt:lpstr>Apresentação do PowerPoint</vt:lpstr>
      <vt:lpstr>GRUPO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Santiago</dc:creator>
  <cp:keywords/>
  <dc:description>generated using python-pptx</dc:description>
  <cp:lastModifiedBy>RCV</cp:lastModifiedBy>
  <cp:revision>4</cp:revision>
  <dcterms:created xsi:type="dcterms:W3CDTF">2013-01-27T09:14:16Z</dcterms:created>
  <dcterms:modified xsi:type="dcterms:W3CDTF">2025-10-10T22:55:14Z</dcterms:modified>
  <cp:category/>
</cp:coreProperties>
</file>